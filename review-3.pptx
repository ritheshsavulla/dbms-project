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7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17045" y="365760"/>
            <a:ext cx="51274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E2513"/>
                </a:solidFill>
              </a:defRPr>
            </a:pPr>
            <a:r>
              <a:rPr dirty="0"/>
              <a:t>Enterprise Banking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A scalable and secure distributed banking backend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dirty="0"/>
              <a:t>Course project — Database Systems Engineering &amp; Distributed Backend Development</a:t>
            </a: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endParaRPr lang="en-IN"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lang="en-US" dirty="0"/>
              <a:t>Team: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lang="en-US" dirty="0"/>
              <a:t>Sonu   2520090204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lang="en-US" dirty="0"/>
              <a:t>Rithesh  2520090122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rPr lang="en-US" dirty="0"/>
              <a:t>Suresh  2520090036       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166360"/>
            <a:ext cx="10789920" cy="822960"/>
          </a:xfrm>
          <a:prstGeom prst="roundRect">
            <a:avLst/>
          </a:prstGeom>
          <a:solidFill>
            <a:srgbClr val="F3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E2513"/>
                </a:solidFill>
              </a:defRPr>
            </a:pPr>
            <a:r>
              <a:t>React.js  →  FastAPI  →  MySQL  |  JWT  |  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Traditional banking systems struggle with growth, security, and operational complexity.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Scaling for high transaction volumes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Secure authentication and authorization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Consistent, reliable transaction processing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Managing payments and account state across services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Detecting suspicious/fraudulent behavior in real time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Project goal: build a secure, modular microservices platform managing customers, accounts, transactions, and fraud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Secure Architecture — Implement authentication, authorization, and secure REST APIs.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Scalability — Microservices design to scale individual capabilities independently.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Transaction Integrity — Consistent account balances and reliable transaction logging.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Identify suspicious patterns and flag high-risk activities.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User Experience — Clean frontend: registration, dashboard, transfers, and 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Literature Survey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Microservices Architecture — Improves modularity and scale; introduces distributed communication and consistency challenges.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Secure Authentication — Token-based auth and role-based access control are effective but need careful token lifecycle management.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Banking Transaction Systems — ACID semantics support correctness; scaling requires careful partitioning and compensating transactions.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Pattern-based and ML approaches detect anomalies; accuracy depends on data richness and labeled examples.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Research gap: Few works integrate scalable microservices, strong transactional guarantees, and inline fraud detection in a single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Proposed System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We propose a microservices-based banking platform exposing secure REST APIs.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Customer management and registration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Authentication &amp; authorization (token-based)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Account and balance management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Secure money transfers and payment recording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Transaction ledger and audit trails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Real-time fraud detection and alerting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Technology stack: React.js → FastAPI microservices →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System Architecture —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Frontend (React) handles UI and client validation.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FastAPI services implement business logic per bounded context: auth, accounts, payments, and fraud.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Services communicate over REST (HTTP) and use MySQL for persistent state.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service subscribes to transaction events for near-real-time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t>Modules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Customer Management — Profile CRUD, KYC fields, linkage to user accounts.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Authentication &amp; Authorization — JWT tokens, refresh tokens, RBAC for operations.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Account Management — Account types, balance updates, overdraft rules.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Transfer &amp; Payments — Atomic transfer flows with idempotency and audit logs.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Transaction Management — Durable transaction ledger and reconciliation endpoints.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Fraud Detection — Rule-based scoring and anomaly flags; alerts + quarantine actions.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Banking Dashboard — Aggregate views: balances, recent activity, alerts, KPIs.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rPr dirty="0"/>
              <a:t>Database Design —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MySQL relational schema — main tables and key relationships: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customers (customer_id, name, KYC, contact_info)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users (user_id, customer_id, username, password_hash, roles)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accounts (account_id, customer_id, balance, currency, status)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transactions (tx_id, from_account, to_account, amount, status, timestamp)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• payments (payment_id, account_id, payee, amount, method, status)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Relationships: customers→users (1:N), customers→accounts (1:N), accounts→transactions (1:N).</a:t>
            </a:r>
          </a:p>
          <a:p>
            <a:pPr>
              <a:spcAft>
                <a:spcPts val="800"/>
              </a:spcAft>
              <a:defRPr sz="1800">
                <a:solidFill>
                  <a:srgbClr val="2D2723"/>
                </a:solidFill>
              </a:defRPr>
            </a:pPr>
            <a:r>
              <a:t>Use indexes on account_id, customer_id, and transaction timestamps for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066C8-2442-58E6-88D0-2D106A2C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0F1111-F353-792D-3E16-E7928BC46F1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F42C6-A775-C664-CF24-04187468B90B}"/>
              </a:ext>
            </a:extLst>
          </p:cNvPr>
          <p:cNvSpPr txBox="1"/>
          <p:nvPr/>
        </p:nvSpPr>
        <p:spPr>
          <a:xfrm>
            <a:off x="594360" y="365760"/>
            <a:ext cx="15055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E2513"/>
                </a:solidFill>
              </a:defRPr>
            </a:pPr>
            <a:r>
              <a:rPr lang="en-IN" dirty="0"/>
              <a:t>WEBSITE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582FF-CFF4-9E72-3C10-A8EC74F8BE58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A6D8D-9413-AD4B-56DB-D09E20A0E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66" y="888980"/>
            <a:ext cx="4994787" cy="2758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CF724-FF3D-C977-8D77-155F18AC9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8980"/>
            <a:ext cx="5183699" cy="2863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694A57-EF87-C2B1-B406-69FE65AB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66" y="3836235"/>
            <a:ext cx="5183699" cy="28388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A7D439-A187-8C77-4DB2-34F02798B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15985"/>
            <a:ext cx="5183699" cy="287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0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92BE9-6765-8808-8B7B-270797E4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EC577D-FC69-A270-8B25-F0CF3B5AA3D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900A4-035A-C16B-DEE8-E81C13B2A017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5E57"/>
                </a:solidFill>
              </a:defRPr>
            </a:pPr>
            <a: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ECBCB-D6CA-FCDF-F12C-399D4FD19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9" y="617435"/>
            <a:ext cx="5876926" cy="3099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920200-26F5-AD0F-DC46-E296D17C5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08285"/>
            <a:ext cx="5587485" cy="30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6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639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Rithesh Savulla</cp:lastModifiedBy>
  <cp:revision>3</cp:revision>
  <dcterms:created xsi:type="dcterms:W3CDTF">2013-01-27T09:14:16Z</dcterms:created>
  <dcterms:modified xsi:type="dcterms:W3CDTF">2026-10-03T03:46:59Z</dcterms:modified>
  <cp:category/>
</cp:coreProperties>
</file>