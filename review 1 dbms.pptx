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4251960"/>
            <a:ext cx="59436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2422458" cy="9746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800">
                <a:latin typeface="Aptos"/>
              </a:defRPr>
            </a:pPr>
            <a:r>
              <a:rPr dirty="0"/>
              <a:t>Sonu (2520090204)</a:t>
            </a:r>
          </a:p>
          <a:p>
            <a:pPr>
              <a:spcAft>
                <a:spcPts val="200"/>
              </a:spcAft>
              <a:defRPr sz="1800">
                <a:latin typeface="Aptos"/>
              </a:defRPr>
            </a:pPr>
            <a:r>
              <a:rPr dirty="0"/>
              <a:t>Rithesh (</a:t>
            </a:r>
            <a:r>
              <a:t>2520090122)</a:t>
            </a:r>
            <a:endParaRPr dirty="0"/>
          </a:p>
          <a:p>
            <a:pPr>
              <a:spcAft>
                <a:spcPts val="200"/>
              </a:spcAft>
              <a:defRPr sz="1800">
                <a:latin typeface="Aptos"/>
              </a:defRPr>
            </a:pPr>
            <a:r>
              <a:rPr dirty="0"/>
              <a:t>Suresh (2520090036)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Office PowerPoint</Application>
  <PresentationFormat>Widescreen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Rithesh Savulla</cp:lastModifiedBy>
  <cp:revision>2</cp:revision>
  <dcterms:created xsi:type="dcterms:W3CDTF">2013-01-27T09:14:16Z</dcterms:created>
  <dcterms:modified xsi:type="dcterms:W3CDTF">2026-09-30T09:43:09Z</dcterms:modified>
  <cp:category/>
</cp:coreProperties>
</file>